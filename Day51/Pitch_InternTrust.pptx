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•  10-DAY 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InternTrust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AI-verified, skill-matched internship discovery — built for CS students who are tired of guessing which listings are real.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1632204" cy="420624"/>
          </a:xfrm>
          <a:prstGeom prst="roundRect">
            <a:avLst>
              <a:gd name="adj" fmla="val 50000"/>
            </a:avLst>
          </a:prstGeom>
          <a:solidFill>
            <a:srgbClr val="028090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16322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4892" y="4160520"/>
            <a:ext cx="1728216" cy="420624"/>
          </a:xfrm>
          <a:prstGeom prst="roundRect">
            <a:avLst>
              <a:gd name="adj" fmla="val 50000"/>
            </a:avLst>
          </a:prstGeom>
          <a:solidFill>
            <a:srgbClr val="028090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4892" y="4160520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94276" y="4160520"/>
            <a:ext cx="1824228" cy="420624"/>
          </a:xfrm>
          <a:prstGeom prst="roundRect">
            <a:avLst>
              <a:gd name="adj" fmla="val 50000"/>
            </a:avLst>
          </a:prstGeom>
          <a:solidFill>
            <a:srgbClr val="028090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4276" y="4160520"/>
            <a:ext cx="1824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v1.0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Rafiya   |   B.Tech CSE, Integral University, Lucknow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real internship shouldn't feel like a gamble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Untrustworthy channels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come from random WhatsApp groups, unfiltered LinkedIn posts, and unfamiliar websites — with no way to verify who's really behind them.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3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red flags, everywhere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“registration fees,” vague job descriptions, and unrealistic stipend promises are common — and easy to miss when scrolling fast.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3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personal relevance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36118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aren't filtered by a student's actual skills, experience level, or preferences — so most of what's seen is simply not a fit.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first for the people living 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0F3B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Student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undergraduate Computer Science student at Integral University, actively hunting for internships and tired of second-guessing every posting they find.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fast, trustworthy, personally relevant internship discovery.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0F3B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Sharer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or senior who found a genuine internship posting and wants to pass it on to classmates in a way that's actually useful.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42519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a fast, low-friction way to submit and share opportunities.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8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trust-scored, personally ranked internship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InternTrust replaces noisy WhatsApp groups and unfiltered feeds with a single place where every internship is AI-screened for legitimacy and ranked against the student's own profile — so the best, safest matches surface first.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4612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18104" y="324612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10712" y="32461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324612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submitted + seeded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80176" y="324612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72784" y="32461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55664" y="324612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legitimacy check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42248" y="324612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34856" y="32461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317736" y="324612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matched feed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student sees fewer, better, safer options — and spends time applying instead of investigating.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V1.0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in the first working version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3A3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587752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95351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experience level, location &amp; remote preference, domain interest — built once, used everywhere.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1688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3A3C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587752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Submission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95351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student can submit a real internship they've found, in under a minute.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74736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3A3C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0768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430768" y="2587752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Legitimacy Scoring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30768" y="295351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posting is auto-screened for red flags: no verifiable company, upfront fees, vague descriptions, unrealistic promises.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3A3C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720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Flagging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4672" y="4937760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flag a suspicious posting — a human safety net on top of the AI check.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61688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3A3C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5720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 Matching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4937760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is ranked by real fit: skill overlap, experience level, and location preference.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74736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3A3C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30768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45720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Deployed Product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30768" y="4937760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working, publicly accessible v1.0 — not a prototype.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pragmatic full-stack build, shipped in 9 days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87452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finalized Day 2, based on speed of delivery — full-stack architecture with a clear client / server / database separation.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69748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accounts and a live database power profiles and postings — not mock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52044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legitimacy-scoring service calls an AI model with each posting's details and returns a structured score + reason.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434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Logic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3434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rules-based scoring function — skill overlap, experience fit, location fit — no black-box ranking.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6636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516636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for frontend, backend, and database, chosen to match the final stack — live public URL by Day 9.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8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— V2 AND BEYOND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deferred, not forgotten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Trust Voting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17720" y="1801368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upvote/downvote and verification system layered on top of AI scoring.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87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+ AI Parsing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587752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a student's profile by parsing an uploaded resume.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741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374136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students the moment a new posting matches their profile.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4160520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founders/moderators direct tools to review flagged postings.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74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CS, Beyond One College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494690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matching and scoring to every academic domain, and every college — the architecture is built to allow 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 should be one honest click away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internship worth their time.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InternTrust starts narrow — CS students at Integral University — because a tight, trusted community is how trust systems earn credibility. From there, the same engine scales: more domains, more colleges, more students who never have to wonder if an opportunity is real.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8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InternTrust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trustworthy, personalized starting point for every internship search.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3774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 |  Rafiya, B.Tech CSE, Integral University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8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2026-07-21T05:40:06Z</dcterms:created>
  <dcterms:modified xsi:type="dcterms:W3CDTF">2026-07-21T05:40:06Z</dcterms:modified>
</cp:coreProperties>
</file>